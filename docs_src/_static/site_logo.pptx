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8"/>
  </p:normalViewPr>
  <p:slideViewPr>
    <p:cSldViewPr snapToGrid="0" snapToObjects="1">
      <p:cViewPr varScale="1">
        <p:scale>
          <a:sx n="97" d="100"/>
          <a:sy n="97" d="100"/>
        </p:scale>
        <p:origin x="11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5F6D22-FE2C-B841-8371-D776285F6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B07F5E9-D72F-9F4C-82B3-8777AB9C1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649913-1B15-9248-B325-7EBD050FE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E6145A-A477-2D46-82AF-1E6BD6628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5B7C96-E2C7-D845-83D0-A64D0135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172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E589E1-ABED-6D43-9F7B-166BF6F3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2F443B-97CE-2F44-8805-9B5B200EC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685F7D-E6ED-114A-AFCE-09BC2927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A1A989-A019-D140-A813-3DFF2E76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C2C777-E86A-074A-9B6F-7D40B466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327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5AF14-01AA-3B40-81CA-ADCBE5BA9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6AEDDD-F211-6549-8B9D-E5D015586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52FFCC-063A-B345-B129-B0F942FB5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D12348-6B30-814C-A092-8A64353A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A982D2-2C9B-9A4A-8F24-05B10045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565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EBC0F7-D818-6443-AFE0-41DCDE139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3C9C7-53B8-054B-B8EC-997B8E158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60FD732-F050-4947-A52F-86AC2810F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D1D9D8-37C1-754A-8063-D073EF8F9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74DF40-B994-2747-ACB1-04F5A35E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7407EA-47E4-3648-B75C-31F3DCF1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2678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A2454-259D-6843-9E2B-7720D4908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A1599B-9AB0-A74D-8A27-BE9D2143F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7F02E52-0AEB-5145-A30B-309FA7CC3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24344F-7E65-C540-85FA-B0C8BF8C1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97E72D-8615-5943-9515-A6481FFBE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6E0C569-0ED9-D940-BC04-9FCB937EF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7C8F1C-D802-6D4D-B25D-6D4F28E1C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D0BDFE6-A9EE-0B42-BFDC-C52B344B0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663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E3FF33-218A-3C48-8C47-2AA77A610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3F1B17F-6C1B-784F-9324-0AD95E0B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243985C-674F-AD46-B9C6-E2DCA496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18B93FC-A1B4-5C4F-9744-789180B7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69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2118BCF-7C34-B645-80DF-373631864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650FE1C-34C6-694D-B70B-F5F31A17C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0C662B-F90F-F846-BF7C-301F04BC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698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B653A5-6781-A845-8581-D14F14BDB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B75C9B-14D2-7440-847B-F581A6CF4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DB43AC-B3D0-F541-998C-08CA7E39C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EAFFBF-B727-774C-AB17-831869463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175D53-A539-684F-93EA-5CA536EF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5D0CDF-4E43-4B42-B45F-3A87F2F07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11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86FA4E-532D-854D-8864-56CEFA01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C32C13B-317A-C84E-98FC-7C7F780F9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550A82-1B32-194D-8C9E-173A57358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36D2E6-64D1-FC42-A3FF-A2BC0E60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423C1A-64E7-3844-8344-D9C0D014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9DD3C3-56B2-074B-98D5-9571E035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88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39667E-DE08-DE4D-9760-C58D8FE9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603A29-72F5-B545-9C96-A2AA747EF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CCC96B-BBFE-EC4D-8805-1602647F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81196B-D478-0648-B78B-A08F0CE2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AA3574-6946-534C-844F-29DB2A72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214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930604E-D8E6-A447-B21A-749A0B5AE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249FD1C-1382-5542-A3BF-90A3933F8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E96C2F-F655-8D41-8599-A3D6EC12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853CA4-7FCE-ED43-9B1B-011BCC4C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E70126-1D79-854D-8663-99B5BEA7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023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8B38EC-FFD5-4149-8198-64D400CA8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0CFDD6-5831-EA45-81D2-5A0CCE23A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4D8A97-8849-6447-9793-2ED6A7AFA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AA85F-4164-B84C-B0CB-B23F44A30C84}" type="datetimeFigureOut">
              <a:rPr kumimoji="1" lang="ja-JP" altLang="en-US" smtClean="0"/>
              <a:t>2025/12/6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1D5FA0-959C-7A46-83D9-A9225B6A6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E469BB-D497-7A43-8FC6-56395B034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EA061-F8CA-1245-9218-C1164B59D1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89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1597D95-DA87-554E-88D8-87D247099823}"/>
              </a:ext>
            </a:extLst>
          </p:cNvPr>
          <p:cNvSpPr txBox="1"/>
          <p:nvPr/>
        </p:nvSpPr>
        <p:spPr>
          <a:xfrm>
            <a:off x="2656231" y="2582590"/>
            <a:ext cx="92574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800" dirty="0">
                <a:solidFill>
                  <a:schemeClr val="tx2"/>
                </a:solidFill>
                <a:latin typeface="Lucida Console" panose="020B0609040504020204" pitchFamily="49" charset="0"/>
                <a:ea typeface="Brush Script MT" panose="03060802040406070304" pitchFamily="66" charset="-122"/>
                <a:cs typeface="Brush Script MT" panose="03060802040406070304" pitchFamily="66" charset="-122"/>
              </a:rPr>
              <a:t>paper-manager</a:t>
            </a:r>
            <a:endParaRPr kumimoji="1" lang="ja-JP" altLang="en-US" sz="8800">
              <a:solidFill>
                <a:schemeClr val="tx2"/>
              </a:solidFill>
              <a:latin typeface="Lucida Console" panose="020B0609040504020204" pitchFamily="49" charset="0"/>
              <a:cs typeface="Brush Script MT" panose="03060802040406070304" pitchFamily="66" charset="-122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62FE02C-8537-6945-94C6-6E9DBF716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84" y="2105992"/>
            <a:ext cx="2399747" cy="239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72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</Words>
  <Application>Microsoft Macintosh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Brush Script MT</vt:lpstr>
      <vt:lpstr>游ゴシック</vt:lpstr>
      <vt:lpstr>游ゴシック Light</vt:lpstr>
      <vt:lpstr>Arial</vt:lpstr>
      <vt:lpstr>Lucida Console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User</dc:creator>
  <cp:lastModifiedBy>Microsoft Office User</cp:lastModifiedBy>
  <cp:revision>1</cp:revision>
  <dcterms:created xsi:type="dcterms:W3CDTF">2025-12-06T05:00:54Z</dcterms:created>
  <dcterms:modified xsi:type="dcterms:W3CDTF">2025-12-06T05:06:46Z</dcterms:modified>
</cp:coreProperties>
</file>